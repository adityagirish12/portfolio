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E5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Personnel (6)</c:v>
                  </c:pt>
                  <c:pt idx="1">
                    <c:v>Cloud &amp; Infra</c:v>
                  </c:pt>
                  <c:pt idx="2">
                    <c:v>Software Licenses</c:v>
                  </c:pt>
                  <c:pt idx="3">
                    <c:v>Marketing &amp; Launch</c:v>
                  </c:pt>
                  <c:pt idx="4">
                    <c:v>Legal &amp; Compliance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148000</c:v>
                </c:pt>
                <c:pt idx="1">
                  <c:v>12000</c:v>
                </c:pt>
                <c:pt idx="2">
                  <c:v>8000</c:v>
                </c:pt>
                <c:pt idx="3">
                  <c:v>25000</c:v>
                </c:pt>
                <c:pt idx="4">
                  <c:v>17000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1E56A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D4A843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ScholarPath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Plan. Fund Your Education.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EMGT6700: Digital Product Design &amp; Management  |  Northeastern University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Girish Anand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are drowning in debt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financial aid is broken.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2011680"/>
            <a:ext cx="1965960" cy="54864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5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$1.77T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student loan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outstanding (2024)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01168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2011680"/>
            <a:ext cx="1965960" cy="54864"/>
          </a:xfrm>
          <a:prstGeom prst="rect">
            <a:avLst/>
          </a:prstGeom>
          <a:solidFill>
            <a:srgbClr val="16317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31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$37,850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8892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debt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at graduation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01168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011680"/>
            <a:ext cx="19659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scholarship money goes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every year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2011680"/>
            <a:ext cx="1965960" cy="54864"/>
          </a:xfrm>
          <a:prstGeom prst="rect">
            <a:avLst/>
          </a:prstGeom>
          <a:solidFill>
            <a:srgbClr val="E8634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6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8660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(2023-24 record)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Federal Reserve, NACo, IIE Open Doors 2024, NASFAA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 for scholarships,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loans, and financial planning.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ScholarPath centralizes access to scholarships, loans, and budgeting tools for US students — international and domestic. Every listing is verified, eligibility is instant, and loan comparisons are transparent. We connect students, universities, and sponsors in one trusted ecosystem.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514600" cy="123444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 eligibility checks across all scholarships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566160"/>
            <a:ext cx="2514600" cy="123444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Comparison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multi-lender rates and repayment terms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2514600" cy="123444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planning: tuition, aid, expenses, loan impact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stakeholders, one ecosystem.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150876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54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5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20.4M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in US colleges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&amp; domestic students seeking scholarships, overwhelmed by scattered listings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54864" cy="1508760"/>
          </a:xfrm>
          <a:prstGeom prst="rect">
            <a:avLst/>
          </a:prstGeom>
          <a:solidFill>
            <a:srgbClr val="163172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54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631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1965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families borrow for college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transparency on costs, loan terms, and scholarship availability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154680"/>
            <a:ext cx="54864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Universities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$7.4B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743200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unclaimed aid annually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reach eligible students; funds go underutilized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54680"/>
            <a:ext cx="54864" cy="1508760"/>
          </a:xfrm>
          <a:prstGeom prst="rect">
            <a:avLst/>
          </a:prstGeom>
          <a:solidFill>
            <a:srgbClr val="E8634B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Banks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6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$131B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66560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student loans issued/yr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connecting with qualified borrowers who need financing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NCES, Sallie Mae, IIE, Federal Reserve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does it all.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Fastweb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Scholarships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BigFuture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Listings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Planner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Intl Students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Intl + 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Track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ScholarPath is the only platform combining verified listings, multi-lender loan comparison, budgeting tools, and international student support in a single ecosystem.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Converging forces create urgency.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Student Debt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847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$1.77T total, avg $37,850/borrower — families demand better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62763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5102352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Surge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02352" y="1847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international students (2024 record) need cross-border financial planning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7919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FAFSA Simplification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898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FAFSA overhaul created confusion — students need clearer guidance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7919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5102352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898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matching can now accurately pair students to opportunities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$7.4B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950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aid goes unused because students can't find or verify 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3075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Tuition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950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tuition up 180% since 2000 — financial planning is non-optional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experience at launch.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54864" cy="86868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Scholarship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892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matching based on GPA, major, nationality, and financial need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08760"/>
            <a:ext cx="54864" cy="86868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Eligibility Check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92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 verification so students only see opportunities they qualify for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560320"/>
            <a:ext cx="54864" cy="86868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Comparison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interest rates, repayment terms, and total cost across lenders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54864" cy="86868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Aid Planner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Tuition, living costs, scholarships, and loan impact in one financial 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11880"/>
            <a:ext cx="54864" cy="86868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Tracker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for scholarship deadlines and application milestones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54864" cy="868680"/>
          </a:xfrm>
          <a:prstGeom prst="rect">
            <a:avLst/>
          </a:prstGeom>
          <a:solidFill>
            <a:srgbClr val="1E5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and schools can list, manage, and track scholarship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to national scale.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7680960" cy="27432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764792"/>
            <a:ext cx="201168" cy="201168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828800" cy="210312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university pilots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beta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764792"/>
            <a:ext cx="201168" cy="201168"/>
          </a:xfrm>
          <a:prstGeom prst="ellipse">
            <a:avLst/>
          </a:prstGeom>
          <a:solidFill>
            <a:srgbClr val="163172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2468880"/>
            <a:ext cx="1828800" cy="210312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9718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comparison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partnerships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76479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1828800" cy="210312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launch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universities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1764792"/>
            <a:ext cx="201168" cy="201168"/>
          </a:xfrm>
          <a:prstGeom prst="ellipse">
            <a:avLst/>
          </a:prstGeom>
          <a:solidFill>
            <a:srgbClr val="E8634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468880"/>
            <a:ext cx="1828800" cy="210312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9718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ARR 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pilot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 success.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Activation 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completing profile + first scholarship match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36192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Submitted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 applied to through ScholarPath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shown scholarships where user is eligible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40864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Retention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returning within 7 days of signup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45536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072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Comparison Usage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users engaging the loan comparison tool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45536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072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Tool Adoption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creating and maintaining a financial plan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50208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satisfaction with applicant quality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950208"/>
            <a:ext cx="164592" cy="164592"/>
          </a:xfrm>
          <a:prstGeom prst="ellipse">
            <a:avLst/>
          </a:prstGeom>
          <a:solidFill>
            <a:srgbClr val="1E56A0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 engaging with platform per month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 for 3-month MVP sprint.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544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55448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6-Person Team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2971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university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+ lender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commissions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risk management.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594360"/>
          </a:xfrm>
          <a:prstGeom prst="rect">
            <a:avLst/>
          </a:prstGeom>
          <a:solidFill>
            <a:srgbClr val="E8634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508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scraping + manual verification cycles; university partnership validation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76272"/>
            <a:ext cx="7680960" cy="59436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76272"/>
            <a:ext cx="54864" cy="594360"/>
          </a:xfrm>
          <a:prstGeom prst="rect">
            <a:avLst/>
          </a:prstGeom>
          <a:solidFill>
            <a:srgbClr val="E8634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21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Initial Adoption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2219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ambassador program, international student org partnerships, free tier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9504"/>
            <a:ext cx="7680960" cy="59436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889504"/>
            <a:ext cx="54864" cy="594360"/>
          </a:xfrm>
          <a:prstGeom prst="rect">
            <a:avLst/>
          </a:prstGeom>
          <a:solidFill>
            <a:srgbClr val="E863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35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Trust &amp; Bias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93522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ranking methodology; no commission-based favoritism; user reviews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02736"/>
            <a:ext cx="7680960" cy="59436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602736"/>
            <a:ext cx="54864" cy="594360"/>
          </a:xfrm>
          <a:prstGeom prst="rect">
            <a:avLst/>
          </a:prstGeom>
          <a:solidFill>
            <a:srgbClr val="E8634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48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6484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of FERPA, FTC guidelines; clear data privacy policy; no PII sharing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315968"/>
            <a:ext cx="7680960" cy="594360"/>
          </a:xfrm>
          <a:prstGeom prst="rect">
            <a:avLst/>
          </a:prstGeom>
          <a:solidFill>
            <a:srgbClr val="141E3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15968"/>
            <a:ext cx="54864" cy="594360"/>
          </a:xfrm>
          <a:prstGeom prst="rect">
            <a:avLst/>
          </a:prstGeom>
          <a:solidFill>
            <a:srgbClr val="E8634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3616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from Incumbents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3616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via loan + budget integration; focus on underserved international segment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1E56A0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D4A843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371600"/>
            <a:ext cx="1463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ScholarPath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Plan. Fund Your Education.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Girish Anand  |  EMGT6700  |  Northeastern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ScholarPath - Product Requirement Document</dc:title>
  <dc:subject>PptxGenJS Presentation</dc:subject>
  <dc:creator>Aditya Girish Anand</dc:creator>
  <cp:lastModifiedBy>Aditya Girish Anand</cp:lastModifiedBy>
  <cp:revision>1</cp:revision>
  <dcterms:created xsi:type="dcterms:W3CDTF">2026-03-18T16:13:43Z</dcterms:created>
  <dcterms:modified xsi:type="dcterms:W3CDTF">2026-03-18T16:13:43Z</dcterms:modified>
</cp:coreProperties>
</file>